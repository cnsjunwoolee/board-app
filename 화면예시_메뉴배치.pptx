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A3BD1-6C9E-3E23-998D-79D470DAB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217BDB-B200-1E20-0476-A98680705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63FAF-6D12-D484-3DD6-0ED49D91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8F402-C6D9-1873-1066-6B5CC1BB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891FEE-5B7F-DADE-58F6-FBA88F7C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47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599DD-F077-0C19-4A1A-83C055C7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05A64-F5EF-AF78-4F42-3B66B367F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14B0A-EAB9-812C-F74A-63CD2561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2CC10A-B256-5115-9F9E-7574DCBC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4235D-DD5F-0AC0-73B6-CAE88B27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6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A9CC8-FFE6-D56F-E8AF-C34035D5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0CD69-5A5C-B38A-3E1F-673F19EA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C24C1-C280-0207-8D37-66763090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7B87E7-64F0-2E2A-D113-6E6C74A8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177035-1379-897A-94EE-824B822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80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880AA-648B-4661-12C9-796DFF41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CDA78B-7AFA-6CF9-1C74-7A94C81A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5B6041-AC3B-501D-8D26-546B98939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64736-EDC2-15FA-D3BA-8319F60F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91B170-5F39-16D6-CA40-94B12CA9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77B7D6-9A4E-7DAF-B91C-D4CD94B2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42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D6597-B6AB-A20E-34BC-A0236642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C07F77-7149-72FE-0842-718D5843B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860AA3-1F76-C134-3664-6DF06034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F88F26-C718-6B7E-C63C-1F1079F5D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9AB43C-E563-4488-4D2E-01B2DF1B7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935A23-C598-3BDB-E75D-EFA14FBD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C659F1-AEDA-D6C2-851A-C84061E1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1D1BD0-91B4-6EF6-33BB-401E34A0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28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D8869-8822-8301-EDD9-0B4D7108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8349D3-E2B9-574B-78C8-DD1DE61C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D56CFC-E5C5-84D2-401A-EE62B945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AF7F02-ACFA-40FD-31B3-0CB23E14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2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0737AD-6C78-433D-90B4-90E6A2CE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4F1853-C520-F8C8-5684-B4DCFB27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786859-51F0-36F2-B4BC-57FD9247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71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45DAF-0425-ACCC-9BA5-44B7ABD6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A9F0B5-09C8-80B4-D5C7-D67FB7FE4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94868-1825-C3B9-A23D-196866BCE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0848B-670C-9AE9-8104-893BB6EE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9E489C-AC45-14FD-01F6-69EAF789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BC9099-6B23-2E48-E576-36A801F5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5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406D8-D3F0-DEB3-59D9-BFF80FDA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2786AB-EF46-2728-0BDB-8C4C0AA93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304759-8979-154B-4E9C-6D35C5396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5EE993-8E9A-ECC0-F8F8-F344F185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E94B82-10FE-F01E-BCDD-6D6E3D3F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5D4216-D6B3-5B85-453F-CBB47916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02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31D5B-A369-6E8C-1689-5311A19A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D1A86C-9BB5-4E37-BAD2-DAA2E7A98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33A3DD-0CCF-B67F-6C18-42D994A3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8CC6-8FD4-1AFA-AB78-4C596776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516130-8B0E-4E2B-42FE-49EA48D7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18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3752DA-CB4B-BD0C-96E7-6F07F10D1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7F2161-6AFE-EF2B-279A-53D277829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8DA65-E5FF-08B5-595D-267B4617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A8C38-1A35-FDF3-C6A5-9A137FF58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B76C30-8E2F-3E28-A372-56805BE6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7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DEC2A2-74A9-A116-7850-5B8A8272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854E5A-C010-BFEF-24A0-AF9F39FD5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D749E-A71B-0153-FC9A-B75405F0A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5B532-C3CE-4950-A2BA-0580E955E3BC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B162F-90A6-937C-25C0-56C1A7323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10FF2-DF14-37B9-14DD-7738D4741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FD6DE-3D4E-4B89-9B66-C3DCFB019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7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E8A3E9-DD89-030F-17D0-0BB6F3B8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AAECBE-483B-E531-1A34-EDC201357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F0D5AC-7139-D01D-F43C-3163E95C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812"/>
            <a:ext cx="12192000" cy="589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37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이준우 책임 R&amp;D PLM팀 (junwoolee@lgcns.com, 01081821900)</dc:creator>
  <cp:lastModifiedBy>이준우 책임 R&amp;D PLM팀 (junwoolee@lgcns.com, 01081821900)</cp:lastModifiedBy>
  <cp:revision>1</cp:revision>
  <dcterms:created xsi:type="dcterms:W3CDTF">2026-03-19T00:45:49Z</dcterms:created>
  <dcterms:modified xsi:type="dcterms:W3CDTF">2026-03-19T00:46:19Z</dcterms:modified>
</cp:coreProperties>
</file>